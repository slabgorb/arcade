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jt11-12</a:t>
            </a:r>
          </a:p>
          <a:p>
            <a:pPr>
              <a:defRPr sz="2000"/>
            </a:pPr>
            <a:r>
              <a:t>Post-jt11-5 destruction-consumption leftovers (items 1 &amp; 3; item 2 grip-grab-zone SUPERSEDED by jt11-18, done 2026-08-14): (1) cliffBlocksClimb (enemy.ts, the jt9-23 vertical climb sample) and any other bckMaskAt consumer still sample the PRISTINE background - thread arena/backgroundActive the way jt11-5 gave steerWake's look-ahead, so a destroyed cliff stops blocking climb decisions. (3) LOW refactor (review F6): groundMaskAt's burned branch re-derives landMaskAtX's indexing minus the OR (flight.ts) - extract a shared raw-column helper so a future origin/bounds change cannot desync the twins; unify the two TypeError messages.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Joust's flying enemies (hunters, bounders, shadows) use two separate pieces of code to decide "is there a solid cliff wall blocking me from climbing here?" — one that checks the cliff *horizontally* (used when an enemy is steering around obstacles) and one that checks it *vertically* (used when an enemy is deciding whether to launch into a climb). When the game added the ability to destroy cliffs mid-match, only the horizontal check was updated to notice a destroyed cliff. The vertical check kept reading the original, undamaged map, so an enemy would still treat a wall that had already been blasted apart as solid — refusing to climb through empty space that was clearly open on screen. Separately, two lookup functions that both convert an on-screen X position into a column of ROM collision data had their own near-identical, copy-pasted math — one had folded in a related "destroyed bridge" case that the other hadn't, doubling the chance that a future change to one would silently drift out of sync with the other.</a:t>
            </a:r>
            <a:br/>
            <a:br/>
            <a:r>
              <a:t>**Why it matters:** Enemy AI that ignores destroyed terrain looks broken to a player — an enemy visibly balking at open air erodes trust in the simulation's fairness and fidelity to the original arcade game. And duplicated position-to-data math is a standing risk: any future tweak to how the game maps on-screen positions to its collision table only has to be applied in one of the two copies to introduce a new, hard-to-spot mismatch between what an enemy can see and what it can actually collide with.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two guards checking the same door, but only one of them got the memo that the door had been knocked down.</a:t>
            </a:r>
            <a:br/>
            <a:br/>
            <a:r>
              <a:t>1. **The vertical "can I climb here?" check now gets the memo too.** Previously, only the enemies' horizontal steering logic was told about destroyed cliffs. Now the same "is this terrain actually still there" information is threaded through every enemy decision path that leads to the vertical climb check — the hunter, bounder, and shadow enemy types, and the shared decision-routing function they all pass through. All of this uses the exact same "destroyed = treated as open air" rule the horizontal check already used, so the two checks are now consistent instead of one being stale.</a:t>
            </a:r>
            <a:br/>
            <a:br/>
            <a:r>
              <a:t>2. **The two copy-pasted position lookups were merged into one.** The two functions that translate an X position into a column of collision data each had their own inline arithmetic for "which column is this, and is it even a valid column." That arithmetic is now written once, in a single small helper, and both functions call it. If that math ever needs to change (say, the collision table's layout changes), it changes in exactly one place, and both functions automatically stay in agreement. As a side effect, the two functions used to throw two different, subtly worded error messages for the same kind of invalid input ("expects a whole pixel" vs. "expects a whole pixel" with different function names) — those are now one consistent message.</a:t>
            </a:r>
            <a:br/>
            <a:br/>
            <a:r>
              <a:t>No visible gameplay changed as a result of item 2 — it's purely an internal cleanup verified by running the full existing test suite (including a "replay the exact same game and confirm every frame matches" check) and confirming nothing moved. Item 1 does change visible behavior: enemies now correctly fly through gaps in cliffs that have been destroyed, instead of stopping short of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simplest way to think about it: rather than teaching the vertical climb check its own, separate rule about destruction, the fix hands it the exact same "destruction awareness" signal that was already flowing successfully into the horizontal steering check. This is the same pattern already proven earlier in this sprint (in story jt11-5) for that horizontal case — so this story is applying a pattern the team already trusts, not inventing a new one.</a:t>
            </a:r>
            <a:br/>
            <a:br/>
            <a:r>
              <a:t>For the duplicated lookup math, extracting a single shared helper is the standard fix for "two pieces of code compute the same thing slightly differently." It doesn't change *what* the code does today — both functions still return exactly the same answers as before (confirmed with tests) — it just removes the second, independent copy of the math that could quietly go stale the next time someone touches one function but not the other.</a:t>
            </a:r>
            <a:br/>
            <a:br/>
            <a:r>
              <a:t>Both changes were scoped narrowly on purpose: this was originally a three-item cleanup list left over from an earlier story, but the middle item was found to be already solved by a separate, more recent piece of work (story jt11-18), so it was dropped from this story rather than redone. Keeping the story to just the two remaining, well-understood items kept the change small and low-risk.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**Vertical climb check** | Always read the original, undamaged cliff map — didn't know about destroyed cliffs | Reads the same live destruction data as the horizontal steering check; a destroyed cliff no longer blocks a climb |</a:t>
            </a:r>
            <a:br/>
            <a:r>
              <a:t>| **Which enemy types were affected** | Only horizontal steering (hunter/bounder/shadow) was destruction-aware | Both horizontal steering *and* vertical climb decisions are destruction-aware, for all three enemy types |</a:t>
            </a:r>
            <a:br/>
            <a:r>
              <a:t>| **Position-to-column lookup math** | Written independently in two functions (`landMaskAtX` and `groundMaskAt`'s destroyed-terrain branch) | Written once in a shared helper (`rawColumnIndex`), called by both functions |</a:t>
            </a:r>
            <a:br/>
            <a:r>
              <a:t>| **Invalid-input error messages** | Two different messages for the same kind of bad input | One unified error message |</a:t>
            </a:r>
            <a:br/>
            <a:r>
              <a:t>| **Observable gameplay from item 1** | Enemies could visibly refuse to climb through open gaps in destroyed cliffs | Enemies fly through those gaps correctly |</a:t>
            </a:r>
            <a:br/>
            <a:r>
              <a:t>| **Observable gameplay from item 3** | N/A | None — confirmed byte-identical via full regression and seeded-replay test suite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