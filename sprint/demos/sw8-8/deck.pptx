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sw8-8</a:t>
            </a:r>
          </a:p>
          <a:p>
            <a:pPr>
              <a:defRPr sz="2000"/>
            </a:pPr>
            <a:r>
              <a:t>Incoming-fire reaction window (sw8-2 follow-up) — an idle ship died in &lt;1s to a fireball during the sw8-4 investigation; verify a dodge/shoot window actually exists per sw8-2's acceptance and fix if homing still 'always arrives'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Incoming-fire reaction window (sw8-2 follow-up) — an idle ship died in &lt;1s to a fireball during the sw8-4 investigation; verify a dodge/shoot window actually exists per sw8-2's acceptance and fix if homing still 'always arrives'. Why it matters: a defect was impacting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Incoming-fire reaction window (sw8-2 follow-up) — an idle ship died in &lt;1s to a fireball during the sw8-4 investigation; verify a dodge/shoot window actually exists per sw8-2's acceptance and fix if homing still 'always arrives'.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addresses the root cause rather than symptoms.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Before: The system exhibited incorrect behavior that affected users.</a:t>
            </a:r>
            <a:br/>
            <a:r>
              <a:t>After: Incoming-fire reaction window (sw8-2 follow-up) — an idle ship died in &lt;1s to a fireball during the sw8-4 investigation; verify a dodge/shoot window actually exists per sw8-2's acceptance and fix if homing still 'always arrives' — the issue has been resolved and verified with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