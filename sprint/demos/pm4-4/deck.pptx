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pm4-4</a:t>
            </a:r>
          </a:p>
          <a:p>
            <a:pPr>
              <a:defRPr sz="2000"/>
            </a:pPr>
            <a:r>
              <a:t>[INVESTIGATION] Ghost-house wall/traversal audit: the reported 'wall Pac-Man cannot cross' is likely the AUTHENTIC gate/house bar (maze.ts isWalkable(..,'pac-man') correctly returns false for house/gate). Visual playtest (Playwright headless, per the arcade playtest memo; STATIC screenshots only — boss has epilepsy) to decide whether it is that rule (close as no-op with evidence) or a maze-authoring artifact in maze.ts's row table (fix the table only). May close without a code change.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Players reported an invisible wall near the ghost house in our Pac-Man clone — Pac-Man could not move left-right past a certain spot, even though nothing looked like it should be blocking him. **Why it matters:** We didn't know if this was a deliberate design rule (the ghosts' home base is *supposed* to keep Pac-Man out) or an actual bug in how the game board was built. Shipping a maze with a stray wall in the wrong place breaks a core promise of an arcade clone — that the board plays exactly like the original — and could quietly block other in-progress features that depend on the same map data.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game board as a big grid of tiles, where each tile is labeled "wall," "path," "door," and so on. There's a special area in the middle — the "ghost house" — with a door (the "gate") that ghosts use to come and go, but Pac-Man is never supposed to walk through it.</a:t>
            </a:r>
            <a:br/>
            <a:br/>
            <a:r>
              <a:t>We found that the *rule* saying "Pac-Man can't walk through the gate" was working correctly. The real problem was in the blueprint that draws the ghost house: the gate had been stamped one row too high, so it was floating out in the open hallway above the house instead of being embedded in the house's wall. That made it look and act like a wall was randomly blocking a hallway, when it should have just been a door set into the house itself.</a:t>
            </a:r>
            <a:br/>
            <a:br/>
            <a:r>
              <a:t>The fix moved the gate down one row so it sits properly in the house's top wall, and widened the house's inside area by one row to make room. We also swept our internal documentation for a stale sentence that described the old (buggy) layout, so it wouldn't mislead anyone reading it later.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Before touching any code, we ran an investigation step to compare our game's ghost-house area against a screenshot from the authentic original arcade machine. This confirmed the gate was misplaced in our version — it wasn't a case of "the ghost house is supposed to work this way." Once that was confirmed, we made the smallest possible fix: correct the position data that draws the house, without touching the core rule that decides who can walk where (that rule was already correct and didn't need to change). This keeps the fix contained, low-risk, and easy to verify — we regenerated the board data from the corrected blueprint and re-ran the full test suite (286 tests) to confirm nothing else broke, including the spots where ghosts spawn.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Before / After</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 | Before | After |</a:t>
            </a:r>
            <a:br/>
            <a:r>
              <a:t>|---|---|---|</a:t>
            </a:r>
            <a:br/>
            <a:r>
              <a:t>| **Gate position** | Floating in the open hallway one row above the ghost house | Recessed into the ghost house's top wall, matching the authentic arcade layout |</a:t>
            </a:r>
            <a:br/>
            <a:r>
              <a:t>| **Player experience** | Pac-Man blocked from moving left-right through a hallway that should be open | Hallway is fully passable; the gate now behaves as a proper door into the ghost house |</a:t>
            </a:r>
            <a:br/>
            <a:r>
              <a:t>| **Ghost house interior** | 3 rows... (undersized relative to correct layout) | Expanded by one row to make room for the corrected gate position |</a:t>
            </a:r>
            <a:br/>
            <a:r>
              <a:t>| **Documentation** | Described the old, incorrect gate position as "walled above the gate" | Updated to describe the corrected, verified layout |</a:t>
            </a:r>
            <a:br/>
            <a:r>
              <a:t>| **Test coverage** | No dedicated test for this hallway's passability | 2 new tests confirm the gate is a proper door-in-a-wall; 3 regression tests confirm ghost spawn points are unaffected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