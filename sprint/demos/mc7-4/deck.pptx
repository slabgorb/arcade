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mc7-4</a:t>
            </a:r>
          </a:p>
          <a:p>
            <a:pPr>
              <a:defRPr sz="2000"/>
            </a:pPr>
            <a:r>
              <a:t>ROM-faithful ladder display + seeded default table: seed the initial ladder from the cited W3DSUP INIT HI SCORE defaults and render the ladder on the attract high-score screen (the mc6-5 slot). Pin default names/scores at RED. REV-01 W3DSUP.MAC:3724 INIT HI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ROM-faithful ladder display + seeded default table: seed the initial ladder from the cited W3DSUP INIT HI SCORE defaults and render the ladder on the attract high-score screen (the mc6-5 slot). Pin default names/scores at RED. REV-01 W3DSUP.MAC:3724 INIT HI SCORE. Why it matters: users needed a better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ROM-faithful ladder display + seeded default table: seed the initial ladder from the cited W3DSUP INIT HI SCORE defaults and render the ladder on the attract high-score screen (the mc6-5 slot). Pin default names/scores at RED. REV-01 W3DSUP.MAC:3724 INIT HI SCORE.</a:t>
            </a:r>
            <a:br/>
            <a:r>
              <a:t>Key changes made:</a:t>
            </a:r>
            <a:br/>
            <a:r>
              <a:t>  - feat(mc7-4): render the high-score ladder into the attract slot</a:t>
            </a:r>
            <a:br/>
            <a:r>
              <a:t>  - GREEN — draw the five seeded rungs into the highScoreSlot region during</a:t>
            </a:r>
            <a:br/>
            <a:r>
              <a:t>attract: a SCORE column (left) beside an INITIALS column (right),</a:t>
            </a:r>
            <a:br/>
            <a:r>
              <a:t>best-first, read from state.highScores VERBATIM in array order (entry 0</a:t>
            </a:r>
            <a:br/>
            <a:r>
              <a:t>= BEST; @shared/highscore keeps it sorted descending). Capped at</a:t>
            </a:r>
            <a:br/>
            <a:r>
              <a:t>slot.rows (the authentic five) and iterated (not indexed [0..4]), so a</a:t>
            </a:r>
            <a:br/>
            <a:r>
              <a:t>shorter table paints fewer rungs and a longer/corrupted one can't</a:t>
            </a:r>
            <a:br/>
            <a:r>
              <a:t>overspill the slot. The seeded defaults and depth stay core's (mc7-1);</a:t>
            </a:r>
            <a:br/>
            <a:r>
              <a:t>no re-seed, no new claim.</a:t>
            </a:r>
            <a:br/>
            <a:r>
              <a:t>  - Ground truth (REV-01): CDLADR 'DISPLAY 5 HI LADDER' (W3COMN.MAC:97);</a:t>
            </a:r>
            <a:br/>
            <a:r>
              <a:t>score ladder + initials ladder (SCLDRV/SCLDRH/INTLV, :163/165/169).</a:t>
            </a:r>
            <a:br/>
            <a:r>
              <a:t>  - createGame boots into 'attract' (INITIAL_PHASE), so the new mid-field</a:t>
            </a:r>
            <a:br/>
            <a:r>
              <a:t>ladder collided with two sibling render tests that use a bare</a:t>
            </a:r>
            <a:br/>
            <a:r>
              <a:t>createGame(1) as a PLAY-field proxy (render-hud-layout: high-score</a:t>
            </a:r>
            <a:br/>
            <a:r>
              <a:t>readout is top-band; render-battle: ICBM head on an empty field). Pinned</a:t>
            </a:r>
            <a:br/>
            <a:r>
              <a:t>both to phase 'play' — a context fix, not an assertion change; the HUD</a:t>
            </a:r>
            <a:br/>
            <a:r>
              <a:t>and ICBMs draw every phase, only the attract overlay is suppressed.</a:t>
            </a:r>
            <a:br/>
            <a:r>
              <a:t>  - Folds in the two non-blocking reviewer nits: retire the stale slot</a:t>
            </a:r>
            <a:br/>
            <a:r>
              <a:t>comment and slice the render to slot.rows (unbounded-loop guard +</a:t>
            </a:r>
            <a:br/>
            <a:r>
              <a:t>enforces the ROM's exactly-5-rung ladder).</a:t>
            </a:r>
            <a:br/>
            <a:r>
              <a:t>  - All 12 mc7-4 tests GREEN; full mc suite 1297 pass; tsc --noEmit clean.</a:t>
            </a:r>
            <a:br/>
            <a:r>
              <a:t>  - Co-Authored-By: Claude Opus 4.8 &lt;noreply@anthropic.com&gt;</a:t>
            </a:r>
            <a:br/>
            <a:r>
              <a:t>  - test(mc7-4): add failing tests for ROM-faithful ladder display</a:t>
            </a:r>
            <a:br/>
            <a:r>
              <a:t>  - RED phase for mc7-4 — render the five seeded high-score rungs INTO the</a:t>
            </a:r>
            <a:br/>
            <a:r>
              <a:t>attract high-score slot (the container mc6-5 reserved but left empty).</a:t>
            </a:r>
            <a:br/>
            <a:r>
              <a:t>Render-only: the table, depth and seeded defaults already live in core</a:t>
            </a:r>
            <a:br/>
            <a:r>
              <a:t>(mc7-1) and are re-pinned here only as green-on-arrival locks.</a:t>
            </a:r>
            <a:br/>
            <a:r>
              <a:t>  - Ground truth (REV-01): CDLADR 'DISPLAY 5 HI LADDER' (W3COMN.MAC:97);</a:t>
            </a:r>
            <a:br/>
            <a:r>
              <a:t>each rung is a score column + initials column (SCLDRV/SCLDRH/INTLV,</a:t>
            </a:r>
            <a:br/>
            <a:r>
              <a:t>W3COMN.MAC:163/165/169); best-first, from DEFAULT_HIGH_SCORES.</a:t>
            </a:r>
            <a:br/>
            <a:r>
              <a:t>  - Retires the mc6-5 AC3 container-only lock, which mc7-4 overturns by</a:t>
            </a:r>
            <a:br/>
            <a:r>
              <a:t>design (mc6-5's own comment: 'mc7-4 fills the slot'). AC1's swapped-</a:t>
            </a:r>
            <a:br/>
            <a:r>
              <a:t>lower-rungs test is the direct inverse of the removed assertion.</a:t>
            </a:r>
            <a:br/>
            <a:r>
              <a:t>  - 6 driver tests RED (ladder not yet drawn); 6 locks green. Full mc suite</a:t>
            </a:r>
            <a:br/>
            <a:r>
              <a:t>otherwise green (1291 pass); tsc --noEmit clean.</a:t>
            </a:r>
            <a:br/>
            <a:r>
              <a:t>  - Co-Authored-By: Claude Opus 4.8 &lt;noreply@anthropic.com&gt;</a:t>
            </a:r>
            <a:br/>
            <a:r>
              <a:t>  - Merge pull request #219 from slabgorb/feat/pm4-6-start-coin-ready-play</a:t>
            </a:r>
            <a:br/>
            <a:r>
              <a:t>  - feat(pm4-6): START/coin -&gt; READY -&gt; PLAY (core+shell)</a:t>
            </a:r>
            <a:br/>
            <a:r>
              <a:t>feat(pm4-6): wire START/coin -&gt; READY -&gt; PLAY (core+shell)</a:t>
            </a:r>
            <a:br/>
            <a:r>
              <a:t>  - createGameState boots into 'attract'; stepGame freezes the whole sim (Pac,</a:t>
            </a:r>
            <a:br/>
            <a:r>
              <a:t>ghosts incl. released Blinky, dots) in attract/ready and drives the pure pm4-5</a:t>
            </a:r>
            <a:br/>
            <a:r>
              <a:t>advancePhase machine: a start/coin reseeds a fresh board (keeping the high-score</a:t>
            </a:r>
            <a:br/>
            <a:r>
              <a:t>table) and enters the READY! hold (READY_HOLD_FRAMES=256, the start-intro</a:t>
            </a:r>
            <a:br/>
            <a:r>
              <a:t>length), which runs the intro before releasing the sim into 'playing'. The shell</a:t>
            </a:r>
            <a:br/>
            <a:r>
              <a:t>binds a start/coin key (Space/1/5) and feeds it into the sim input.</a:t>
            </a:r>
            <a:br/>
            <a:r>
              <a:t>  - Ripple: existing sim-mechanic tests (game/ghost-eyes/eyes-render) now begin from</a:t>
            </a:r>
            <a:br/>
            <a:r>
              <a:t>a 'playing' board; overlays self-heal broadened to un-latch on game-over -&gt; any</a:t>
            </a:r>
            <a:br/>
            <a:r>
              <a:t>(a restart boots to attract now).</a:t>
            </a:r>
            <a:br/>
            <a:r>
              <a:t>  - GREEN: pac-man 339/339, full fleet 14370, orchestrator 457/457, lint clean.</a:t>
            </a:r>
            <a:br/>
            <a:r>
              <a:t>  - Co-Authored-By: Claude Opus 4.8 &lt;noreply@anthropic.com&gt;</a:t>
            </a:r>
            <a:br/>
            <a:r>
              <a:t>  - test: add failing tests for pm4-6 (START/coin -&gt; READY -&gt; PLAY wiring)</a:t>
            </a:r>
            <a:br/>
            <a:r>
              <a:t>  - Core lifecycle suite (tests/core/lifecycle.test.ts) and the shell start-key</a:t>
            </a:r>
            <a:br/>
            <a:r>
              <a:t>seam (tests/shell/main-lifecycle.test.ts), written before game.ts is wired:</a:t>
            </a:r>
            <a:br/>
            <a:r>
              <a:t>attract boot, attract/ready sim-gate (Blinky frozen), start-&gt;ready, the READY</a:t>
            </a:r>
            <a:br/>
            <a:r>
              <a:t>freeze + hand-off to playing, and the createGameState reseed preserving the</a:t>
            </a:r>
            <a:br/>
            <a:r>
              <a:t>high-score table. Green guards pin the corrected AC1 reading (a start press is</a:t>
            </a:r>
            <a:br/>
            <a:r>
              <a:t>inert during play and at game-over; pm4-10 owns game-over-&gt;attract).</a:t>
            </a:r>
            <a:br/>
            <a:r>
              <a:t>  - RED: 7 vitest failures + tsc excess-property on GameInput.start.</a:t>
            </a:r>
            <a:br/>
            <a:r>
              <a:t>  - Co-Authored-By: Claude Opus 4.8 &lt;noreply@anthropic.com&gt;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prioritizes user experience and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