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df5-7</a:t>
            </a:r>
          </a:p>
          <a:p>
            <a:pPr>
              <a:defRPr sz="2000"/>
            </a:pPr>
            <a:r>
              <a:t>VISUAL playtest — a whole game loop on screen: screenshot http://127.0.0.1:5270/defender/ showing the SCANNER populated with off-camera attackers (df5-1), waves visibly escalating (df5-2), the score/men HUD (df5-3), a smart-bomb firing as an ACCESSIBILITY-SAFE freeze/fade (df5-5, ADR-0005 — NO full-screen strobe), and a hall-of-fame entry (df5-6) — compared against a nonsense control path (must DIFFER, not just return 200 — the canonical-serve lesson; the mechanical DIFFER check already runs in tests/canonical-serve.test.mjs). Confirm scanner blip positions/colour and that NO effect flashes the full screen. Carry the df7 note (2P handoff + the attract/phase machine) forward.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Problem: The individual building blocks of the Defender game clone — the radar-style "scanner" that shows enemies approaching from off-screen, the score and lives display, the escalating difficulty between waves, the smart-bomb special move, and the hall-of-fame high-score list — had each been built and tested one at a time, but nobody had confirmed they actually worked *together*, live, on screen, the way a real player would see them.</a:t>
            </a:r>
            <a:br/>
            <a:br/>
            <a:r>
              <a:t>Why it matters: A collection of parts that each pass their own test can still fail when combined — and for this particular game, there's an extra stake: one of the special effects (the smart bomb) has to be built in a way that's safe for players with photosensitive epilepsy. Verifying the whole game loop on screen, and confirming that safety guardrail held, is the last checkpoint before this can be called a real, playable game rather than a set of disconnected pieces.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Nothing about the game's underlying logic changed in this story — this was a verification pass, not new functionality. The team took a real screenshot of the game running in a browser and walked through it like a player would, confirming five things were all visible and correct at once:</a:t>
            </a:r>
            <a:br/>
            <a:br/>
            <a:r>
              <a:t>1. **The scanner** (the strip at the top of the screen that shows a wide view of the battlefield) correctly lit up with markers for enemies that are off-camera, in the right positions and colors.</a:t>
            </a:r>
            <a:br/>
            <a:r>
              <a:t>2. **Difficulty escalation** — later waves visibly throw more or tougher enemies at the player than earlier ones.</a:t>
            </a:r>
            <a:br/>
            <a:r>
              <a:t>3. **The scoreboard and "lives remaining" display** were both present and readable during play.</a:t>
            </a:r>
            <a:br/>
            <a:r>
              <a:t>4. **The smart bomb** — a special move that clears the screen of enemies — was captured firing using the safe version of its effect: a brief freeze-and-fade, never a full-screen flash. This matters because a hard strobe effect can trigger seizures in photosensitive players, so the team designed this in from the start rather than bolting on a warning label later.</a:t>
            </a:r>
            <a:br/>
            <a:r>
              <a:t>5. **The hall-of-fame list** (the high-score board) correctly displayed an entry.</a:t>
            </a:r>
            <a:br/>
            <a:br/>
            <a:r>
              <a:t>They also double-checked that the game screen was genuinely different from a "broken page" control screen — not just returning a generic "it loaded" response — so the verification actually proves the game renders, not just that the server responds.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Two lessons from earlier work shaped how this check was done:</a:t>
            </a:r>
            <a:br/>
            <a:br/>
            <a:r>
              <a:t>- **"Loads" isn't the same as "works."** A web page can technically load successfully while showing nothing useful — like a phone that rings but has no one on the other end. So instead of just confirming the game's web address responds, the team compared it against a nonsense address to prove the game page is meaningfully different — actual content, not a placeholder.</a:t>
            </a:r>
            <a:br/>
            <a:r>
              <a:t>- **Safety outranks authenticity.** The original 1980s arcade cabinet this game is modeled after may have used a harsher flash effect for its smart bomb. This team made a deliberate, documented decision (recorded as ADR-0005) to use a softer freeze-and-fade version instead, specifically to protect players with photosensitive epilepsy — even though it diverges slightly from the original machine. That trade-off was checked and confirmed to hold in this pass.</a:t>
            </a:r>
            <a:br/>
            <a:br/>
            <a:r>
              <a:t>Any visual mismatches found against the original design were logged individually, tied to the specific part of the screen they affect, rather than being bundled together — so each one can be fixed and verified independently instead of getting lost in a vague "some things look off" note.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