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mc8-7</a:t>
            </a:r>
          </a:p>
          <a:p>
            <a:pPr>
              <a:defRPr sz="2000"/>
            </a:pPr>
            <a:r>
              <a:t>Bonus-city cue timing: sound BN/SBONUS when the bonus city is GRANTED at wave-end regen (W3MAIN:4845), not at the mid-play score-threshold crossing. mc8-4's playEdgeCues fires on bonusCitiesEarned++ (the ruled mechanism), which can sound ~a wave early when a kill crosses the threshold during play. Faithful fix keys the cue to the between-wave city grant.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Missile Command, the sound cue announcing a new "bonus city" played too early — as soon as the player's score crossed the point threshold mid-game, rather than when the city actually appeared on the field. Why it matters: In the original 1980 arcade cabinet, that sound was tied to the moment the bonus city physically joins the defense line between waves, not to the scoring moment that earns it. Players familiar with the authentic arcade experience would hear the cue fire roughly one wave too soon, breaking the faithful feel the clone is built to deliver.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 scoreboard versus a trophy ceremony: earning enough points to win a bonus city is like hitting the score that qualifies you for a prize, but the actual "prize" — the extra city showing up ready to defend — doesn't happen until the awards ceremony between rounds. The game was playing the "you won a prize!" sound the instant the score ticked over, instead of waiting for the ceremony.</a:t>
            </a:r>
            <a:br/>
            <a:br/>
            <a:r>
              <a:t>The fix moves the sound trigger from "score crossed the line" to "city actually appeared on the field between waves." The code now watches for the number of standing cities to go up between one wave and the next — the only time that can happen is when the game hands out bonus cities during its between-wave regrouping. It also added a safety check so that starting a brand-new game (which resets everything back to the first wave) doesn't accidentally trigger the same sound by mistake.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keyed the sound to the same underlying event the original arcade hardware uses: the city count rising at the wave-to-wave transition. This is a more reliable signal than watching the score, because score crossings can happen at unpredictable times mid-battle, while the city grant only ever happens at one specific, well-defined moment — between waves. A prior review also caught a subtle risk: without an extra check, restarting the game after a "Game Over" could be mistaken for a bonus-city event, since both involve city counts changing. A guard was added so only genuine wave-to-wave progress counts, keeping new games silent as expected.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 Before | After |</a:t>
            </a:r>
            <a:br/>
            <a:r>
              <a:t>|---|---|---|</a:t>
            </a:r>
            <a:br/>
            <a:r>
              <a:t>| **Trigger event** | Player's score crosses the bonus-city point threshold, at any moment during play | The bonus city is actually granted to the player at the wave-end regroup |</a:t>
            </a:r>
            <a:br/>
            <a:r>
              <a:t>| **Timing** | Could sound up to one full wave before the city appears | Sounds exactly when the city appears, between waves |</a:t>
            </a:r>
            <a:br/>
            <a:r>
              <a:t>| **New-game restart** | Not explicitly guarded | Explicitly guarded — restarting after Game Over stays silent |</a:t>
            </a:r>
            <a:br/>
            <a:r>
              <a:t>| **Match to original arcade** | Diverged from authentic timing | Matches the authentic between-wave grant moment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