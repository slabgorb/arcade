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pm4-1</a:t>
            </a:r>
          </a:p>
          <a:p>
            <a:pPr>
              <a:defRPr sz="2000"/>
            </a:pPr>
            <a:r>
              <a:t>[SAFETY] Remove the full-screen white level-clear strobe (shell overlays.ts): delete the fillRect(0,0,LOGICAL_W,LOGICAL_H) white fill; hold a brief static frame instead. Zero full-screen luminance flashing (boss has photosensitive epilepsy). Shell-only, independent of the state machine, shippable immediately. pm4-4 later builds the proper freeze on top and MUST NOT reintroduce the strobe.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[SAFETY] Remove the full-screen white level-clear strobe (shell overlays.ts): delete the fillRect(0,0,LOGICAL_W,LOGICAL_H) white fill; hold a brief static frame instead. Zero full-screen luminance flashing (boss has photosensitive epilepsy). Shell-only, independent of the state machine, shippable immediately. pm4-4 later builds the proper freeze on top and MUST NOT reintroduce the strobe.. Why it matters: users needed a better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[SAFETY] Remove the full-screen white level-clear strobe (shell overlays.ts): delete the fillRect(0,0,LOGICAL_W,LOGICAL_H) white fill; hold a brief static frame instead. Zero full-screen luminance flashing (boss has photosensitive epilepsy). Shell-only, independent of the state machine, shippable immediately. pm4-4 later builds the proper freeze on top and MUST NOT reintroduce the strobe..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prioritizes user experience and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