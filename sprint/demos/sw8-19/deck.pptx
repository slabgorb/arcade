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Story sw8-19</a:t>
            </a:r>
          </a:p>
          <a:p>
            <a:pPr>
              <a:defRPr sz="2000"/>
            </a:pPr>
            <a:r>
              <a:t>C_PS can be set while C_PV is clear — the port carries only one of the ROM draw-pass gates (sw8-8 round-3 finding). The ROM's sole CHSET C$PS sits INSIDE the object draw pass (WSMAIN.MAC:3919-3932), so an object the cabinet does not draw cannot receive the sights bit. tie-status.ts ports exactly one of that pass's implicit gates — beamHit refusing anything behind the gun (tie-status.ts:170-173 says so out loud) — and beamHit carries no FOV clamp at all, so nothing ties C_PS to visibility. Worked example: a TIE at [400, 0, -10] has perpendicular distance 400 against the 500 u band (2 x TIE_HIT_RADIUS) so C_PS SETS, while its view depth of 10 is under VIEW_NEAR (0x10 = 16) so C_PV is CLEAR. The retired spaceEye made this unreachable — with the eye ~1024 off to one side and the fighter beelining the origin, along = dot(pos - eye, dir) was 0 at point blank and beamHit returned null — so sw8-8's cockpit seat is what exposed it, not what caused it. Consequence: TCH1DZ's loiter break (four C_PS gates, tie-vm.ts:341-342) can fire for a fighter that is not on screen. Behaviourally small (the fighter is about to collide) but it is a fidelity gap in a bit that gates choreography. Likely fix: gate C_PS on C_PV — 'was it drawn' — and pin it with a test seating a fighter inside the band but outside the pyramid. Check first whether the ROM's draw pass has other implicit gates worth porting at the same time.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Problem: C_PS can be set while C_PV is clear — the port carries only one of the ROM draw-pass gates (sw8-8 round-3 finding). The ROM's sole CHSET C$PS sits INSIDE the object draw pass (WSMAIN.MAC:3919-3932), so an object the cabinet does not draw cannot receive the sights bit. tie-status.ts ports exactly one of that pass's implicit gates — beamHit refusing anything behind the gun (tie-status.ts:170-173 says so out loud) — and beamHit carries no FOV clamp at all, so nothing ties C_PS to visibility. Worked example: a TIE at [400, 0, -10] has perpendicular distance 400 against the 500 u band (2 x TIE_HIT_RADIUS) so C_PS SETS, while its view depth of 10 is under VIEW_NEAR (0x10 = 16) so C_PV is CLEAR. The retired spaceEye made this unreachable — with the eye ~1024 off to one side and the fighter beelining the origin, along = dot(pos - eye, dir) was 0 at point blank and beamHit returned null — so sw8-8's cockpit seat is what exposed it, not what caused it. Consequence: TCH1DZ's loiter break (four C_PS gates, tie-vm.ts:341-342) can fire for a fighter that is not on screen. Behaviourally small (the fighter is about to collide) but it is a fidelity gap in a bit that gates choreography. Likely fix: gate C_PS on C_PV — 'was it drawn' — and pin it with a test seating a fighter inside the band but outside the pyramid. Check first whether the ROM's draw pass has other implicit gates worth porting at the same time.. Why it matters: users needed a better interface.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We implemented: C_PS can be set while C_PV is clear — the port carries only one of the ROM draw-pass gates (sw8-8 round-3 finding). The ROM's sole CHSET C$PS sits INSIDE the object draw pass (WSMAIN.MAC:3919-3932), so an object the cabinet does not draw cannot receive the sights bit. tie-status.ts ports exactly one of that pass's implicit gates — beamHit refusing anything behind the gun (tie-status.ts:170-173 says so out loud) — and beamHit carries no FOV clamp at all, so nothing ties C_PS to visibility. Worked example: a TIE at [400, 0, -10] has perpendicular distance 400 against the 500 u band (2 x TIE_HIT_RADIUS) so C_PS SETS, while its view depth of 10 is under VIEW_NEAR (0x10 = 16) so C_PV is CLEAR. The retired spaceEye made this unreachable — with the eye ~1024 off to one side and the fighter beelining the origin, along = dot(pos - eye, dir) was 0 at point blank and beamHit returned null — so sw8-8's cockpit seat is what exposed it, not what caused it. Consequence: TCH1DZ's loiter break (four C_PS gates, tie-vm.ts:341-342) can fire for a fighter that is not on screen. Behaviourally small (the fighter is about to collide) but it is a fidelity gap in a bit that gates choreography. Likely fix: gate C_PS on C_PV — 'was it drawn' — and pin it with a test seating a fighter inside the band but outside the pyramid. Check first whether the ROM's draw pass has other implicit gates worth porting at the same time..</a:t>
            </a:r>
            <a:br/>
            <a:r>
              <a:t>This delivers the following capabilities:</a:t>
            </a:r>
            <a:br/>
            <a:r>
              <a:t>  - computeStatus sets C_PS only when C_PV is also set. This is a transcription of the ROM control flow, not a heuristic: S2VW (WSMAIN.MAC:3755) has exactly four exits before its CHSET C$PV -- LBLE RTS1 :3826, LBHI RTS1 :3828, LBHS RTS1 :3836, LBHS RTS1 :3842, whose target RTS1: RTS is :3754 -- and those four tests ARE C_PV (near clamp #10, far clamp #7F00, the two ratio tests). CHSET C$PV is :3846, the tree-sole CHSET C$PS is :3930, and the only branch target between them is the forward 86$ at :3933, so :3930 is unreachable unless :3846 executed on the same object in the same pass.</a:t>
            </a:r>
            <a:br/>
            <a:r>
              <a:t>  - A pin that is RED on arrival at TWO seats, not one. (a) the degenerate near-clamp seat -- the story worked example [400, 0, -10], execution-verified today as C_PS set / C_PV clear; and (b) a NON-degenerate seat off the vertical pyramid edge at depth &lt;= 866, e.g. pos [0, 462.3, -800] at aspect 16/9, also verified today as C_PS set / C_PV clear, where the TIE is ~925 u from the cockpit (3.7x TIE_HIT_RADIUS) and nowhere near collision. Seat (b) is required because seat (a) alone reproduces the filed claim that the divergence is collision-adjacent, which SM measured to be false.</a:t>
            </a:r>
            <a:br/>
            <a:r>
              <a:t>  - A POSITIVE CONTROL proving the negative assertions are not vacuous: a TIE seated inside BOTH the 500 u sights band and the rendered view pyramid still sets C_PS, and the TCH1DZ_20 reachability arm uf1-12 shipped (tie-vm.ts:342 CIF(C_PS), CGOTO(TCH1DZ_20)) stays reachable and green. Without this, a derivation that broke outright would pass every C_PS-is-clear assertion.</a:t>
            </a:r>
            <a:br/>
            <a:r>
              <a:t>  - MUTATION-PROVEN, and mandatory here rather than routine: deleting the C_PV term from the C_PS condition must redden at least one test, with the exact mutated string recorded verbatim in the commit or comment so the next reader re-runs the string rather than reconstructing the intent. SM measured that the one-line gate passes the ENTIRE pre-existing star-wars suite -- 2238 tests across 200 files, zero red -- so nothing already in the tree observes this change and the new test is its whole observable footprint.</a:t>
            </a:r>
            <a:br/>
            <a:r>
              <a:t>  - The C_PS comment block records the ROM structural gate -- that the four RTS1 exits are C_PV own three tests and are what make :3930 unreachable -- replacing the sentence currently at tie-status.ts:283-284 ("the must be drawn gate the CHSET inherits from sitting in the draw pass is beamHit refusing anything behind the gun"), which understates a hard control-flow gate as a by-product of the draw pass. beamHit behind-the-gun refusal stays described as what it is: a separate, weaker guard that survives the change and is NOT the ported gate.</a:t>
            </a:r>
            <a:br/>
            <a:r>
              <a:t>  - No behaviour beyond the gate moves: SIGHTS_BAND_FACTOR stays 2, beamHit is untouched, and the L1-octagon-vs-Euclidean-sphere shape deviation (ROM C_PS is |dx|+|dy| &lt;= 3*TMPSIZ with NO box test, WSMAIN.MAC:3920-3924, against the laser box-and-octagon at 1.5x, :3898-3908) is explicitly OUT of scope -- it is pre-existing, documented at gameRules.ts:118-123, shared with the gun, and containment (kill subset of sights) holds in both models.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Why This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This approach prioritizes user experience and accessibility.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Questions?</a:t>
            </a:r>
          </a:p>
          <a:p>
            <a:pPr>
              <a:defRPr sz="1800"/>
            </a:pPr>
            <a:r>
              <a:t>Next steps and call to 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