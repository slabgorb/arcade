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pt1-20</a:t>
            </a:r>
          </a:p>
          <a:p>
            <a:pPr>
              <a:defRPr sz="2000"/>
            </a:pPr>
            <a:r>
              <a:t>defender: in-game controls are undiscoverable — add on-screen control hints (reverse/thrust/fire/smart-bomb)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Players dropping into Defender for the first time have no way to know which controls do what — reverse thrust, fire, and the smart bomb are all invisible until someone tells them or they stumble onto them by accident. Why it matters: A game that's unplayable in the first 30 seconds loses the player before it has a chance to be fun, which undercuts the whole point of building a faithful, polished arcade lineup — every other clone in the cabinet is judged partly by how approachable it feels next to this 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it like adding labels to unmarked buttons on a remote control. Defender's controls (thrust, reverse, fire, smart bomb) already worked — they just weren't explained anywhere on screen. This change adds small, unobtrusive on-screen hints that show players which key or button does what, so a new player can look at the screen and immediately understand how to fly and fight without needing a manual or a friend standing over their shoulder.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Rather than building a separate tutorial screen or a pop-up wizard (which would take longer to build and add an extra step before players can start playing), the team added lightweight hints directly into the existing game view. This keeps the "insert coin and go" arcade feel intact — true to how these games were originally designed — while still solving the discoverability problem. It's the smallest change that fixes the real issue: players couldn't see the controls, so now they can, without changing how the game plays or feels.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