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pm4-7</a:t>
            </a:r>
          </a:p>
          <a:p>
            <a:pPr>
              <a:defRPr sz="2000"/>
            </a:pPr>
            <a:r>
              <a:t>Freeze pauses — level-clear + dying (core): on level-cleared, enter level-clear (freeze sim, hold a static frame, then advanceLevel -&gt; ready); on pac-died with lives&gt;0, enter dying (freeze, death-anim window, then respawn -&gt; ready). Replaces today's INSTANT advance/respawn. This realises the boss's 'freeze + no flash' level-clear (builds on pm4-1's strobe removal — MUST NOT reintroduce any full-screen flash). Anchor the READY!/death-delay + level-complete cadence citations at 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When a Pac-Man player finished clearing all the dots on a level, or lost a life to a ghost, the game jumped to the next moment instantly — no pause, no beat to register what just happened. Why it matters: That instant cut works against players, not for them. A level win flies by unrecognized, and a death drops you back into danger before you've processed losing a life. It also worked against a specific promise the team made earlier this sprint: no jarring full-screen effects, out of care for players with photosensitive epilepsy. An instant cut is the kind of abrupt visual change that undermines that promise even without an actual flash.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 game as a simple traffic light that used to only know "stop" and "go" — the instant a level ended or a life was lost, it snapped straight to the next thing with no yellow light in between.</a:t>
            </a:r>
            <a:br/>
            <a:br/>
            <a:r>
              <a:t>This story adds the yellow light. Now:</a:t>
            </a:r>
            <a:br/>
            <a:r>
              <a:t>- **Clearing a level:** the game freezes on a still frame of the completed board for a short beat, then moves you into the next level.</a:t>
            </a:r>
            <a:br/>
            <a:r>
              <a:t>- **Losing a life:** if you still have lives left, the game freezes during the death moment, then respawns you back at the ready position.</a:t>
            </a:r>
            <a:br/>
            <a:r>
              <a:t>- **Losing your last life is untouched:** game over still happens instantly, exactly as it always did — this change only adds breathing room to the "you're still playing" outcomes.</a:t>
            </a:r>
            <a:br/>
            <a:r>
              <a:t>- **A subtle edge case was handled:** if a player's last dot and a fatal ghost hit land on the exact same instant, death correctly takes priority over the level-clear celebration.</a:t>
            </a:r>
            <a:br/>
            <a:br/>
            <a:r>
              <a:t>Under the hood, both pauses reuse the same well-tested internal "phase machine" that was built and proven in an earlier story (pm4-5) — this work just plugs the level-clear and death pauses into it, rather than inventing something new.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engineering choice here was to reuse rather than reinvent. A previous story (pm4-5) had already built a solid, well-tested internal traffic-control system for switching between game phases (playing, ready, dying, level-clear, etc.), but it wasn't yet connected to the two moments that matter most to how a life or a level actually feels: dying and clearing a level. This story's job was purely wiring — connecting the existing machinery to real gameplay events — rather than building new pause logic from scratch. That kept the change small, focused, and easy to verify.</a:t>
            </a:r>
            <a:br/>
            <a:br/>
            <a:r>
              <a:t>The team also deliberately did not invent a specific pause duration and market it as an authentic recreation of the original 1980 game — no verified source exists for that number, so the timing was chosen honestly and documented as such, rather than presented as more "authentic" than it is.</a:t>
            </a:r>
            <a:br/>
            <a:br/>
            <a:r>
              <a:t>Two independent review passes were needed to get this right: the first review caught two issues — a shortcut that bypassed the shared traffic-control system for deaths, and a test that wasn't actually checking the right thing — both were fixed and re-verified before final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